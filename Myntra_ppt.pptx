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0" r:id="rId15"/>
    <p:sldId id="269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E8175D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232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Previous Returns</c:v>
                </c:pt>
                <c:pt idx="1">
                  <c:v>Age</c:v>
                </c:pt>
                <c:pt idx="2">
                  <c:v>Previous Purchases</c:v>
                </c:pt>
                <c:pt idx="3">
                  <c:v>Height (cm)</c:v>
                </c:pt>
                <c:pt idx="4">
                  <c:v>Weight (kg)</c:v>
                </c:pt>
                <c:pt idx="5">
                  <c:v>Previous Size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6.8199999999999997E-2</c:v>
                </c:pt>
                <c:pt idx="1">
                  <c:v>8.3500000000000005E-2</c:v>
                </c:pt>
                <c:pt idx="2">
                  <c:v>8.6499999999999994E-2</c:v>
                </c:pt>
                <c:pt idx="3">
                  <c:v>9.9199999999999997E-2</c:v>
                </c:pt>
                <c:pt idx="4">
                  <c:v>0.14599999999999999</c:v>
                </c:pt>
                <c:pt idx="5">
                  <c:v>0.17230000000000001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64-004E-95CF-F078EA23E9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32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3F19D-7E6D-B847-B625-332197CF8232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F1080-A310-3A49-8182-6ECFB6F62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62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amal1106preet-lang" TargetMode="External" /><Relationship Id="rId3" Type="http://schemas.openxmlformats.org/officeDocument/2006/relationships/hyperlink" Target="https://github.com/sharmaalika9-cyber" TargetMode="External" /><Relationship Id="rId7" Type="http://schemas.openxmlformats.org/officeDocument/2006/relationships/hyperlink" Target="https://github.com/Matrixx-69" TargetMode="External" /><Relationship Id="rId2" Type="http://schemas.openxmlformats.org/officeDocument/2006/relationships/hyperlink" Target="https://github.com/Aariv08" TargetMode="External" /><Relationship Id="rId1" Type="http://schemas.openxmlformats.org/officeDocument/2006/relationships/slideLayout" Target="../slideLayouts/slideLayout1.xml" /><Relationship Id="rId6" Type="http://schemas.openxmlformats.org/officeDocument/2006/relationships/hyperlink" Target="https://github.com/harshitjain7056-bot" TargetMode="External" /><Relationship Id="rId11" Type="http://schemas.openxmlformats.org/officeDocument/2006/relationships/hyperlink" Target="https://github.com/jindalgopal87-create" TargetMode="External" /><Relationship Id="rId5" Type="http://schemas.openxmlformats.org/officeDocument/2006/relationships/hyperlink" Target="https://github.com/adityaarora398-tech" TargetMode="External" /><Relationship Id="rId10" Type="http://schemas.openxmlformats.org/officeDocument/2006/relationships/hyperlink" Target="https://github.com/harshpreetsingh2582-cpu" TargetMode="External" /><Relationship Id="rId4" Type="http://schemas.openxmlformats.org/officeDocument/2006/relationships/hyperlink" Target="https://github.com/bhavyapahuja027-boop" TargetMode="External" /><Relationship Id="rId9" Type="http://schemas.openxmlformats.org/officeDocument/2006/relationships/hyperlink" Target="https://github.com/garg26056-ui" TargetMode="Externa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6C73F-F952-4D06-4C96-3F8AD0276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5610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3D598E-22F1-CF86-87B0-8E1561F42EB6}"/>
              </a:ext>
            </a:extLst>
          </p:cNvPr>
          <p:cNvSpPr txBox="1"/>
          <p:nvPr/>
        </p:nvSpPr>
        <p:spPr>
          <a:xfrm>
            <a:off x="0" y="556104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Team members : Hardik Garg , Ariv Aggarwal , Alika , Bhavya , Aman , Harshit Jain , Aditya Arora , Gopal Jindal , Chirayu Goyal , Kamalpreet Kaur , </a:t>
            </a:r>
            <a:r>
              <a:rPr lang="en-US" dirty="0" err="1"/>
              <a:t>Harshpreet</a:t>
            </a:r>
            <a:r>
              <a:rPr lang="en-US" dirty="0"/>
              <a:t> Singh , Aditya </a:t>
            </a:r>
            <a:r>
              <a:rPr lang="en-US" dirty="0" err="1"/>
              <a:t>sharma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243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32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E8175D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4389120"/>
            <a:ext cx="5029200" cy="5029200"/>
          </a:xfrm>
          <a:prstGeom prst="ellipse">
            <a:avLst/>
          </a:prstGeom>
          <a:solidFill>
            <a:srgbClr val="E8175D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CLASS PRESENTATION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Smart Clothing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 Recommendation System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size-related returns for online fashion retail with supervised machine learning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4617720"/>
            <a:ext cx="2926080" cy="0"/>
          </a:xfrm>
          <a:prstGeom prst="line">
            <a:avLst/>
          </a:prstGeom>
          <a:noFill/>
          <a:ln w="25400">
            <a:solidFill>
              <a:srgbClr val="E817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1389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Fintech &amp; AI  •  Chitkara Business School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778240" y="4846320"/>
            <a:ext cx="2788920" cy="1371600"/>
          </a:xfrm>
          <a:prstGeom prst="roundRect">
            <a:avLst>
              <a:gd name="adj" fmla="val 6667"/>
            </a:avLst>
          </a:prstGeom>
          <a:solidFill>
            <a:srgbClr val="2A2A2A"/>
          </a:solidFill>
          <a:ln w="12700">
            <a:solidFill>
              <a:srgbClr val="3F3F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06840" y="50109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006840" y="528523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clothing size matters to online fashion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in-store shopping, online shoppers can't try before they buy — they rely on size charts that vary between brands and product lines, so wrong-size orders are common.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E8175D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6517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17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Return Rates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Ill-fitting items are shipped back, driving up reverse-logistics cost.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BEFF3"/>
          </a:solidFill>
          <a:ln/>
        </p:spPr>
      </p:sp>
      <p:sp>
        <p:nvSpPr>
          <p:cNvPr id="11" name="Shape 9"/>
          <p:cNvSpPr/>
          <p:nvPr/>
        </p:nvSpPr>
        <p:spPr>
          <a:xfrm>
            <a:off x="3639312" y="2651760"/>
            <a:ext cx="502920" cy="50292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3931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Dissatisfaction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931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fit is a frustrating experience that erodes brand loyalty.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BEFF3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3952" y="2651760"/>
            <a:ext cx="502920" cy="50292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395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Sales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395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uncertainty causes hesitation and abandoned carts.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52560" y="2331720"/>
            <a:ext cx="2578608" cy="3291840"/>
          </a:xfrm>
          <a:prstGeom prst="roundRect">
            <a:avLst>
              <a:gd name="adj" fmla="val 2837"/>
            </a:avLst>
          </a:prstGeom>
          <a:solidFill>
            <a:srgbClr val="FBEFF3"/>
          </a:solidFill>
          <a:ln/>
        </p:spPr>
      </p:sp>
      <p:sp>
        <p:nvSpPr>
          <p:cNvPr id="21" name="Shape 19"/>
          <p:cNvSpPr/>
          <p:nvPr/>
        </p:nvSpPr>
        <p:spPr>
          <a:xfrm>
            <a:off x="9308592" y="2651760"/>
            <a:ext cx="502920" cy="50292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22" name="Text 20"/>
          <p:cNvSpPr/>
          <p:nvPr/>
        </p:nvSpPr>
        <p:spPr>
          <a:xfrm>
            <a:off x="9308592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08592" y="33832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Impact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08592" y="406908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return shipments add avoidable carbon footprint.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 AI system that recommends the most suitable size for each customer, reducing returns and improving the shopping experience.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personalization: the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Supervised Machine Learning problem — specifically Classification, where the model predicts a size category rather than a continuous number.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a Random Forest Classifier: an ensemble of decision trees that handles mixed numeric and categorical data well and gives good baseline accuracy.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23232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CLASSES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64208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05456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46704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87952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87952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45720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2E2E2E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4572000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XXL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89320" y="1600200"/>
            <a:ext cx="5669280" cy="4069080"/>
          </a:xfrm>
          <a:prstGeom prst="roundRect">
            <a:avLst>
              <a:gd name="adj" fmla="val 1798"/>
            </a:avLst>
          </a:prstGeom>
          <a:solidFill>
            <a:srgbClr val="FBEFF3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8105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SIGNALS THE MODEL USES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22128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21284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15400" y="2212848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15400" y="221284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2916936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9169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(cm)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915400" y="2916936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291693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(kg)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3621024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62102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Size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915400" y="3621024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5400" y="362102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63640" y="43251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32511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915400" y="4325112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15400" y="432511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Preference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263640" y="5029200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50292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Purchases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915400" y="5029200"/>
            <a:ext cx="2514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BD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502920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Returns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synthetic dataset, built for academic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dataset was generated to simulate realistic customer and product data — no real Myntra or customer data was used, avoiding privacy concerns entirely.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E8175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38328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1792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331720"/>
            <a:ext cx="2578608" cy="1417320"/>
          </a:xfrm>
          <a:prstGeom prst="roundRect">
            <a:avLst>
              <a:gd name="adj" fmla="val 5161"/>
            </a:avLst>
          </a:prstGeom>
          <a:solidFill>
            <a:srgbClr val="232323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49631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52560" y="322783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D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target size classes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32588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2588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88036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4389120"/>
            <a:ext cx="658368" cy="548640"/>
          </a:xfrm>
          <a:prstGeom prst="roundRect">
            <a:avLst>
              <a:gd name="adj" fmla="val 83333"/>
            </a:avLst>
          </a:prstGeom>
          <a:solidFill>
            <a:srgbClr val="FBEFF3"/>
          </a:solidFill>
          <a:ln w="12700">
            <a:solidFill>
              <a:srgbClr val="E817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4389120"/>
            <a:ext cx="6583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 data?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53212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customer privacy — no real records involved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data-access constraints of an academic project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 design balanced, realistic relationships between attributes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HOW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machine learning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distributions of size, height, weight &amp; categorical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18842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01722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10" name="Text 8"/>
          <p:cNvSpPr/>
          <p:nvPr/>
        </p:nvSpPr>
        <p:spPr>
          <a:xfrm>
            <a:off x="2966314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66314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66314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and inconsistent entries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1923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054803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15" name="Text 13"/>
          <p:cNvSpPr/>
          <p:nvPr/>
        </p:nvSpPr>
        <p:spPr>
          <a:xfrm>
            <a:off x="5219395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219395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9395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 features; encode categorical text into numbers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25005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07885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FBEFF3"/>
          </a:solidFill>
          <a:ln/>
        </p:spPr>
      </p:sp>
      <p:sp>
        <p:nvSpPr>
          <p:cNvPr id="20" name="Text 18"/>
          <p:cNvSpPr/>
          <p:nvPr/>
        </p:nvSpPr>
        <p:spPr>
          <a:xfrm>
            <a:off x="7472477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C7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472477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72477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so every size class is represented fairly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78086" y="3566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560966" y="2057400"/>
            <a:ext cx="2051914" cy="3566160"/>
          </a:xfrm>
          <a:prstGeom prst="roundRect">
            <a:avLst>
              <a:gd name="adj" fmla="val 3565"/>
            </a:avLst>
          </a:prstGeom>
          <a:solidFill>
            <a:srgbClr val="E8175D"/>
          </a:solidFill>
          <a:ln/>
        </p:spPr>
      </p:sp>
      <p:sp>
        <p:nvSpPr>
          <p:cNvPr id="25" name="Text 23"/>
          <p:cNvSpPr/>
          <p:nvPr/>
        </p:nvSpPr>
        <p:spPr>
          <a:xfrm>
            <a:off x="9725558" y="2240280"/>
            <a:ext cx="172273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9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725558" y="2926080"/>
            <a:ext cx="172273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725558" y="3566160"/>
            <a:ext cx="172273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Random Forest Classifier on the processed training data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does the model perform?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57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9B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perfectly memorizes training data — a sign it may be overfitting.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E8175D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057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26280" y="24688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62.4%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26280" y="37033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on unseen data — the number that actually matters for real use.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057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246888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 can overfit noisy or limited data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synthetic rows is a small dataset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still beats the ~17% random-chance baseline across 6 classes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(n_estimators=100)  ·  class_weight = balanced  ·  random_state = 42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is strong — and where it isn't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&amp; F1-score per size class (test set, n = 500). Accuracy alone can hide poor performance on smaller classes.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6675120" cy="3566157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23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21488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BEFF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THIS</a:t>
            </a:r>
            <a:endParaRPr lang="en-US" sz="1000" dirty="0"/>
          </a:p>
        </p:txBody>
      </p:sp>
      <p:sp>
        <p:nvSpPr>
          <p:cNvPr id="5" name="Text 5"/>
          <p:cNvSpPr/>
          <p:nvPr/>
        </p:nvSpPr>
        <p:spPr>
          <a:xfrm>
            <a:off x="7772400" y="269748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M, L and XL — the most common sizes — are predicted best (F1 ≈ 0.57–0.70)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 and XXL are rare (4 and 20 samples) and get confused with neighbouring sizes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weighted accuracy: 62.4%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FEATURE IMPORTANCE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model's size prediction?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55448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232323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556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SIGNALS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772400" y="2148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Size — 17.2%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0" y="248716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predictor: people tend to stick with sizes close to what fit before.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 (kg) — 14.6%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0" y="37216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physical driver of clothing size.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0" y="4617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Height (cm) — 9.9%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0" y="495604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customers often need longer or larger garments.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BUSINESS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the model into business value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5" name="Shape 3"/>
          <p:cNvSpPr/>
          <p:nvPr/>
        </p:nvSpPr>
        <p:spPr>
          <a:xfrm>
            <a:off x="1325880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Returns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recommended size on product pages to cut mis-sizing at the source.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10" name="Shape 8"/>
          <p:cNvSpPr/>
          <p:nvPr/>
        </p:nvSpPr>
        <p:spPr>
          <a:xfrm>
            <a:off x="3575304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35224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Loyalty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35224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better-fitting first order builds trust and repeat purchases.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47488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15" name="Shape 13"/>
          <p:cNvSpPr/>
          <p:nvPr/>
        </p:nvSpPr>
        <p:spPr>
          <a:xfrm>
            <a:off x="5824728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6" name="Text 14"/>
          <p:cNvSpPr/>
          <p:nvPr/>
        </p:nvSpPr>
        <p:spPr>
          <a:xfrm>
            <a:off x="5824728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84648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Conversion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84648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sizing reduces cart abandonment during checkout.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296912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FBEFF3"/>
          </a:solidFill>
          <a:ln/>
        </p:spPr>
      </p:sp>
      <p:sp>
        <p:nvSpPr>
          <p:cNvPr id="20" name="Shape 18"/>
          <p:cNvSpPr/>
          <p:nvPr/>
        </p:nvSpPr>
        <p:spPr>
          <a:xfrm>
            <a:off x="8074152" y="2240280"/>
            <a:ext cx="512064" cy="512064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21" name="Text 19"/>
          <p:cNvSpPr/>
          <p:nvPr/>
        </p:nvSpPr>
        <p:spPr>
          <a:xfrm>
            <a:off x="8074152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34072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Inventory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34072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guides which sizing charts &amp; stock levels need attention.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46336" y="1965960"/>
            <a:ext cx="2066544" cy="3520440"/>
          </a:xfrm>
          <a:prstGeom prst="roundRect">
            <a:avLst>
              <a:gd name="adj" fmla="val 3540"/>
            </a:avLst>
          </a:prstGeom>
          <a:solidFill>
            <a:srgbClr val="E8175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23576" y="224028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0323576" y="22402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17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83496" y="2926080"/>
            <a:ext cx="1792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83496" y="3566160"/>
            <a:ext cx="1792224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F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generic charts to a 'Recommended for You' experience.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Staying honest about the constraints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232323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94560"/>
            <a:ext cx="457200" cy="45720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Dataset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4672" y="3474720"/>
            <a:ext cx="302666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fully capture real-world sizing complexity across brands &amp; body types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rows is small next to millions of real transactions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88536" y="19202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232323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2194560"/>
            <a:ext cx="457200" cy="45720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44568" y="283464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Constraints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44568" y="3474720"/>
            <a:ext cx="302666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trades some interpretability for accuracy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of 100% signals overfitting risk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28432" y="1920240"/>
            <a:ext cx="3538728" cy="3749040"/>
          </a:xfrm>
          <a:prstGeom prst="roundRect">
            <a:avLst>
              <a:gd name="adj" fmla="val 2067"/>
            </a:avLst>
          </a:prstGeom>
          <a:solidFill>
            <a:srgbClr val="23232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84464" y="2194560"/>
            <a:ext cx="457200" cy="457200"/>
          </a:xfrm>
          <a:prstGeom prst="ellipse">
            <a:avLst/>
          </a:prstGeom>
          <a:solidFill>
            <a:srgbClr val="E8175D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84464" y="2834640"/>
            <a:ext cx="30266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&amp; Feedback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84464" y="3474720"/>
            <a:ext cx="302666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predicts within fixed sizes (XS–XXL); no custom sizing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5D5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feedback loop — the model doesn't yet learn from real returns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3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foundation, with a clear next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BEF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realistic synthetic dataset simulating customer &amp; product attributes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the full ML lifecycle: preprocessing → training → evaluation → interpretation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 Random Forest model that clearly beats random-chance guessing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actionable feature-importance insights for the business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prediction logic into a reusable function, demo-ready via an interactive widget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232323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105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real, detailed body-measurement data over time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feature engineering (fabric stretch, garment cut, etc.)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live feedback loop — did the recommended size fit?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more advanced models for a possible accuracy gain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0861EF-EED0-95D3-A8D4-071A1D3FFD86}"/>
              </a:ext>
            </a:extLst>
          </p:cNvPr>
          <p:cNvSpPr/>
          <p:nvPr/>
        </p:nvSpPr>
        <p:spPr>
          <a:xfrm>
            <a:off x="681135" y="382555"/>
            <a:ext cx="4786604" cy="2799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FF0066"/>
                </a:solidFill>
              </a:rPr>
              <a:t>10   </a:t>
            </a:r>
            <a:r>
              <a:rPr lang="en-US" sz="1050" dirty="0">
                <a:solidFill>
                  <a:srgbClr val="FF0066"/>
                </a:solidFill>
              </a:rPr>
              <a:t>.     AI Tools  and Prompts Used</a:t>
            </a:r>
            <a:endParaRPr lang="en-IN" sz="1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D5D5F-3365-8314-8CDE-00DECDC77950}"/>
              </a:ext>
            </a:extLst>
          </p:cNvPr>
          <p:cNvSpPr/>
          <p:nvPr/>
        </p:nvSpPr>
        <p:spPr>
          <a:xfrm>
            <a:off x="447869" y="811763"/>
            <a:ext cx="8294915" cy="494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AI Tools Used : Gemini   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D2E96A-3491-60AE-9C9B-930D76AF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11" y="1455576"/>
            <a:ext cx="8049208" cy="452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6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7B96A2-4411-49D2-7232-245CCD67F69C}"/>
              </a:ext>
            </a:extLst>
          </p:cNvPr>
          <p:cNvSpPr txBox="1"/>
          <p:nvPr/>
        </p:nvSpPr>
        <p:spPr>
          <a:xfrm>
            <a:off x="550506" y="401216"/>
            <a:ext cx="35829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66"/>
                </a:solidFill>
              </a:rPr>
              <a:t>11  . </a:t>
            </a:r>
            <a:r>
              <a:rPr lang="en-US" sz="1000" dirty="0" err="1">
                <a:solidFill>
                  <a:srgbClr val="FF0066"/>
                </a:solidFill>
              </a:rPr>
              <a:t>Pypeline</a:t>
            </a:r>
            <a:r>
              <a:rPr lang="en-US" sz="1000" dirty="0">
                <a:solidFill>
                  <a:srgbClr val="FF0066"/>
                </a:solidFill>
              </a:rPr>
              <a:t> </a:t>
            </a:r>
            <a:endParaRPr lang="en-IN" sz="1000" dirty="0">
              <a:solidFill>
                <a:srgbClr val="FF006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068D1-67DD-4715-6B07-1CD2BDAC16B5}"/>
              </a:ext>
            </a:extLst>
          </p:cNvPr>
          <p:cNvSpPr txBox="1"/>
          <p:nvPr/>
        </p:nvSpPr>
        <p:spPr>
          <a:xfrm>
            <a:off x="438539" y="800241"/>
            <a:ext cx="850018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Myntra – AI-Based Clothing Size Prediction</a:t>
            </a:r>
            <a:endParaRPr lang="en-IN" sz="1400" dirty="0"/>
          </a:p>
          <a:p>
            <a:r>
              <a:rPr lang="en-IN" sz="1400" b="1" dirty="0"/>
              <a:t>Business Problem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Wrong clothing size → Returns &amp; exchanges</a:t>
            </a:r>
          </a:p>
          <a:p>
            <a:r>
              <a:rPr lang="en-IN" sz="1400" b="1" dirty="0"/>
              <a:t>Company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Myntra</a:t>
            </a:r>
          </a:p>
          <a:p>
            <a:r>
              <a:rPr lang="en-IN" sz="1400" b="1" dirty="0"/>
              <a:t>Product/Service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Smart Size Recommendation</a:t>
            </a:r>
          </a:p>
          <a:p>
            <a:r>
              <a:rPr lang="en-IN" sz="1400" b="1" dirty="0"/>
              <a:t>ML Technique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Supervised Learning → Random Forest Classification</a:t>
            </a:r>
          </a:p>
          <a:p>
            <a:r>
              <a:rPr lang="en-IN" sz="1400" b="1" dirty="0"/>
              <a:t>Dataset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Customer + Product + Purchase + Return Data</a:t>
            </a:r>
          </a:p>
          <a:p>
            <a:r>
              <a:rPr lang="en-IN" sz="1400" b="1" dirty="0"/>
              <a:t>Data Processing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Cleaning → Encoding → Feature Selection → Train/Test Split</a:t>
            </a:r>
          </a:p>
          <a:p>
            <a:r>
              <a:rPr lang="en-IN" sz="1400" b="1" dirty="0"/>
              <a:t>Prediction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Recommended Clothing Size</a:t>
            </a:r>
          </a:p>
          <a:p>
            <a:r>
              <a:rPr lang="en-IN" sz="1400" b="1" dirty="0"/>
              <a:t>Business Insight</a:t>
            </a:r>
            <a:br>
              <a:rPr lang="en-IN" sz="1400" dirty="0"/>
            </a:br>
            <a:r>
              <a:rPr lang="en-IN" sz="1400" dirty="0"/>
              <a:t>↓</a:t>
            </a:r>
            <a:br>
              <a:rPr lang="en-IN" sz="1400" dirty="0"/>
            </a:br>
            <a:r>
              <a:rPr lang="en-IN" sz="1400" dirty="0"/>
              <a:t>Fewer Returns + Lower Cost + Better Customer Experience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75453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A1B1CA-C53F-E58C-54DD-292770659743}"/>
              </a:ext>
            </a:extLst>
          </p:cNvPr>
          <p:cNvSpPr/>
          <p:nvPr/>
        </p:nvSpPr>
        <p:spPr>
          <a:xfrm>
            <a:off x="684980" y="373224"/>
            <a:ext cx="3905681" cy="2239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rgbClr val="FF0066"/>
                </a:solidFill>
              </a:rPr>
              <a:t>11  .  </a:t>
            </a:r>
            <a:r>
              <a:rPr lang="en-US" sz="1000" dirty="0" err="1">
                <a:solidFill>
                  <a:srgbClr val="FF0066"/>
                </a:solidFill>
              </a:rPr>
              <a:t>Github</a:t>
            </a:r>
            <a:r>
              <a:rPr lang="en-US" sz="1000" dirty="0">
                <a:solidFill>
                  <a:srgbClr val="FF0066"/>
                </a:solidFill>
              </a:rPr>
              <a:t> Link  </a:t>
            </a:r>
            <a:endParaRPr lang="en-IN" sz="1000" dirty="0">
              <a:solidFill>
                <a:srgbClr val="FF0066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C9A780-C57C-8877-7A52-0E5F08A7AB31}"/>
              </a:ext>
            </a:extLst>
          </p:cNvPr>
          <p:cNvSpPr txBox="1"/>
          <p:nvPr/>
        </p:nvSpPr>
        <p:spPr>
          <a:xfrm>
            <a:off x="684980" y="905069"/>
            <a:ext cx="89628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Aariv Aggarwal : </a:t>
            </a:r>
            <a:r>
              <a:rPr lang="en-IN" u="sng" dirty="0">
                <a:hlinkClick r:id="rId2"/>
              </a:rPr>
              <a:t>https://github.com/Aariv08</a:t>
            </a:r>
            <a:endParaRPr lang="en-US" dirty="0"/>
          </a:p>
          <a:p>
            <a:r>
              <a:rPr lang="en-US" dirty="0"/>
              <a:t>Alika : </a:t>
            </a:r>
            <a:r>
              <a:rPr lang="en-IN" u="sng" dirty="0">
                <a:hlinkClick r:id="rId3"/>
              </a:rPr>
              <a:t>https://github.com/sharmaalika9-cyber</a:t>
            </a:r>
            <a:endParaRPr lang="en-US" dirty="0"/>
          </a:p>
          <a:p>
            <a:r>
              <a:rPr lang="en-US" dirty="0"/>
              <a:t>Bhavya :</a:t>
            </a:r>
            <a:r>
              <a:rPr lang="en-IN" u="sng" dirty="0">
                <a:hlinkClick r:id="rId4"/>
              </a:rPr>
              <a:t>https://github.com/bhavyapahuja027-boop</a:t>
            </a:r>
            <a:endParaRPr lang="en-US" dirty="0"/>
          </a:p>
          <a:p>
            <a:r>
              <a:rPr lang="en-US" dirty="0"/>
              <a:t>Aditya Arora :</a:t>
            </a:r>
            <a:r>
              <a:rPr lang="en-IN" u="sng" dirty="0">
                <a:hlinkClick r:id="rId5"/>
              </a:rPr>
              <a:t>adityaarora398-tech</a:t>
            </a:r>
            <a:endParaRPr lang="en-US" dirty="0"/>
          </a:p>
          <a:p>
            <a:r>
              <a:rPr lang="en-US" dirty="0"/>
              <a:t>Harshit Jain :</a:t>
            </a:r>
            <a:r>
              <a:rPr lang="en-IN" u="sng" dirty="0">
                <a:hlinkClick r:id="rId6"/>
              </a:rPr>
              <a:t>https://github.com/harshitjain7056-bot</a:t>
            </a:r>
            <a:endParaRPr lang="en-US" dirty="0"/>
          </a:p>
          <a:p>
            <a:r>
              <a:rPr lang="en-US" dirty="0"/>
              <a:t>Aman :</a:t>
            </a:r>
            <a:r>
              <a:rPr lang="en-IN" u="sng" dirty="0">
                <a:hlinkClick r:id="rId7"/>
              </a:rPr>
              <a:t>https://github.com/Matrixx-69</a:t>
            </a:r>
            <a:endParaRPr lang="en-US" dirty="0"/>
          </a:p>
          <a:p>
            <a:r>
              <a:rPr lang="en-US" dirty="0"/>
              <a:t>Kamalpreet Kaur : </a:t>
            </a:r>
            <a:r>
              <a:rPr lang="en-IN" u="sng" dirty="0">
                <a:hlinkClick r:id="rId8"/>
              </a:rPr>
              <a:t>https://github.com/kamal1106preet-lang</a:t>
            </a:r>
            <a:endParaRPr lang="en-US" dirty="0"/>
          </a:p>
          <a:p>
            <a:r>
              <a:rPr lang="en-US" dirty="0"/>
              <a:t>Hardik Garg :</a:t>
            </a:r>
            <a:r>
              <a:rPr lang="en-IN" u="sng" dirty="0">
                <a:hlinkClick r:id="rId9"/>
              </a:rPr>
              <a:t>https://github.com/garg26056-ui</a:t>
            </a:r>
            <a:endParaRPr lang="en-US" dirty="0"/>
          </a:p>
          <a:p>
            <a:r>
              <a:rPr lang="en-US"/>
              <a:t>Chirayu Goyal : </a:t>
            </a:r>
            <a:endParaRPr lang="en-US" dirty="0"/>
          </a:p>
          <a:p>
            <a:r>
              <a:rPr lang="en-US" dirty="0" err="1"/>
              <a:t>Harshpreet</a:t>
            </a:r>
            <a:r>
              <a:rPr lang="en-US" dirty="0"/>
              <a:t> Singh :</a:t>
            </a:r>
            <a:r>
              <a:rPr lang="en-IN" u="sng" dirty="0">
                <a:hlinkClick r:id="rId10"/>
              </a:rPr>
              <a:t>https://github.com/harshpreetsingh2582-cpu</a:t>
            </a:r>
            <a:endParaRPr lang="en-US" dirty="0"/>
          </a:p>
          <a:p>
            <a:r>
              <a:rPr lang="en-US" dirty="0"/>
              <a:t>Aditya Sharma </a:t>
            </a:r>
          </a:p>
          <a:p>
            <a:r>
              <a:rPr lang="en-US" dirty="0"/>
              <a:t>Gopal Jindal : </a:t>
            </a:r>
            <a:r>
              <a:rPr lang="en-IN" u="sng" dirty="0">
                <a:hlinkClick r:id="rId11"/>
              </a:rPr>
              <a:t>https://github.com/jindalgopal87-create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6343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23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E8175D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4114800"/>
            <a:ext cx="5486400" cy="5486400"/>
          </a:xfrm>
          <a:prstGeom prst="ellipse">
            <a:avLst/>
          </a:prstGeom>
          <a:solidFill>
            <a:srgbClr val="E8175D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468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E81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Clothing Size Recommendation System  ·  Aman  ·  BBA Fintech &amp; AI, Chitkara Business School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1250</Words>
  <Application>Microsoft Office PowerPoint</Application>
  <PresentationFormat>Widescreen</PresentationFormat>
  <Paragraphs>247</Paragraphs>
  <Slides>16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Hardik Garg</cp:lastModifiedBy>
  <cp:revision>4</cp:revision>
  <dcterms:created xsi:type="dcterms:W3CDTF">2026-09-16T02:27:16Z</dcterms:created>
  <dcterms:modified xsi:type="dcterms:W3CDTF">2026-09-17T04:12:39Z</dcterms:modified>
</cp:coreProperties>
</file>